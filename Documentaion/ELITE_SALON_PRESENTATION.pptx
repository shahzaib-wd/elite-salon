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FD2D6"/>
                </a:solidFill>
                <a:latin typeface="Playfair Display"/>
              </a:defRPr>
            </a:pPr>
            <a:r>
              <a:t>ELITE SALON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  <a:latin typeface="Inter"/>
              </a:defRPr>
            </a:pPr>
            <a:r>
              <a:t>ULTRA-PREMIUM SALON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Inter"/>
              </a:defRPr>
            </a:pPr>
            <a:r>
              <a:t>Black • Gold • Silver Luxury Design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Full-featured salon management system with ultra-premium luxury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Black, gold, and silver color system inspired by international luxury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High-end salons, spa centers, and premium beauty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Key Achievement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Transformed generic Bootstrap template into exclusive luxury brand identity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LUXURY COLOR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BLACK • #0a0a0a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Primary background • Sophistication • Premium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834640"/>
            <a:ext cx="914400" cy="548640"/>
          </a:xfrm>
          <a:prstGeom prst="rect">
            <a:avLst/>
          </a:prstGeom>
          <a:solidFill>
            <a:srgbClr val="1212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CHARCOAL • #121212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108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Surfaces &amp; cards • Depth • Modern minimalism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657600"/>
            <a:ext cx="91440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657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GOLD • #d4af37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Accent color • Luxury • Exclusivity • CTAs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480560"/>
            <a:ext cx="914400" cy="548640"/>
          </a:xfrm>
          <a:prstGeom prst="rect">
            <a:avLst/>
          </a:prstGeom>
          <a:solidFill>
            <a:srgbClr val="CFD2D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SILVER • #cfd2d6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754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Primary text • Readability • Professional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303520"/>
            <a:ext cx="914400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5303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MUTED SILVER • #9ca3af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77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Secondary text • Hierarchy • Supporting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TYPOGRAPHY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CFD2D6"/>
                </a:solidFill>
                <a:latin typeface="Playfair Display"/>
              </a:defRPr>
            </a:pPr>
            <a:r>
              <a:t>Playfair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F37"/>
                </a:solidFill>
                <a:latin typeface="Inter"/>
              </a:defRPr>
            </a:pPr>
            <a:r>
              <a:t>Elegant serif font for all headings • Conveys luxury and sophistication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CFD2D6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F37"/>
                </a:solidFill>
                <a:latin typeface="Inter"/>
              </a:defRPr>
            </a:pPr>
            <a:r>
              <a:t>Clean sans-serif for body text, buttons, and UI elements • Highly readable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9CA3AF"/>
                </a:solidFill>
                <a:latin typeface="Inter"/>
              </a:defRPr>
            </a:pPr>
            <a:r>
              <a:t>Typography Best Practices:</a:t>
            </a:r>
          </a:p>
          <a:p>
            <a:r>
              <a:t>    • Increase letter spacing for headings and buttons (0.05em - 0.15em)</a:t>
            </a:r>
          </a:p>
          <a:p>
            <a:r>
              <a:t>    • Use uppercase for buttons and small headings</a:t>
            </a:r>
          </a:p>
          <a:p>
            <a:r>
              <a:t>    • Line height: 1.7 for body text, 1.1-1.2 for headings</a:t>
            </a:r>
          </a:p>
          <a:p>
            <a:r>
              <a:t>    • High contrast (silver on black) for optimal readability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UI/UX DESIGN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116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Minimalism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240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Less is more - avoid visual clutter and distractions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7432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Visual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71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Use size, weight, and color to guide user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747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High 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03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Silver text on black backgrounds for readability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0624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Generous Spacing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Breathing room with ample padding and margins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37759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937759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Gold as Accent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1663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Strategic placement - never overused or as backgrounds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669279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A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669279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Premium Feel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8978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Every element feels expensive and intentional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CINEMATIC HERO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Full viewport height (100vh)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51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Dark cinematic background with elegant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Large luxury headline in Playfair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3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Gold accent subtitle with letter spacing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9767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29767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Minimal elegant description in 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4631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4631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Premium CTA button (Book Appointment)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949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  <a:latin typeface="Inter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9495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FD2D6"/>
                </a:solidFill>
                <a:latin typeface="Inter"/>
              </a:defRPr>
            </a:pPr>
            <a:r>
              <a:t>Creates immediate luxury brand impression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🔐 Secure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Role-based access control for Admin, Stylist, Receptionist, and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📅 Advanced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Real-time appointment scheduling with availability checking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💼 Multi-Role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Customized dashboards for each user role with relevant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💳 Payment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Process and track payments with comprehensive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📊 Analytics &amp;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Business insights with appointment and revenue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📱 Fully Responsive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09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Perfect experience on desktop, tablet, and mobile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🎨 Luxury UI/UX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9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Black, gold, and silver premium design throughout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577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Inter"/>
              </a:defRPr>
            </a:pPr>
            <a:r>
              <a:t>⚡ Fast &amp; 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89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CA3AF"/>
                </a:solidFill>
                <a:latin typeface="Inter"/>
              </a:defRPr>
            </a:pPr>
            <a:r>
              <a:t>Optimized performance with modern security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HTML5 &amp; CSS3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Bootstrap 5.3.2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JavaScript (ES6+)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Bootstrap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Google Fonts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PHP 7.4+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34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MySQL 5.7+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PDO (Prepared Statements)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Session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2D6"/>
                </a:solidFill>
                <a:latin typeface="Inter"/>
              </a:defRPr>
            </a:pPr>
            <a:r>
              <a:t>• Apache/.htaccess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DESIGN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CFD2D6"/>
                </a:solidFill>
                <a:latin typeface="Inter"/>
              </a:defRPr>
            </a:pPr>
            <a:r>
              <a:t>Custom luxury-theme.css overrides Bootstrap defaults • Black (#0a0a0a) &amp; Gold (#d4af37) color system • Playfair Display + Inter typography • Premium UI components with gold accent animations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BOOTSTRAP OVERRIDE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THE CHALLENGE</a:t>
            </a:r>
          </a:p>
          <a:p>
            <a:pPr>
              <a:lnSpc>
                <a:spcPct val="150000"/>
              </a:lnSpc>
              <a:defRPr sz="1200">
                <a:solidFill>
                  <a:srgbClr val="CFD2D6"/>
                </a:solidFill>
                <a:latin typeface="Inter"/>
              </a:defRPr>
            </a:pPr>
            <a:r>
              <a:t>Bootstrap's default styling creates a generic template look. Our luxury theme must override Bootstrap completely while maintaining grid system and JavaScript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Inter"/>
              </a:defRPr>
            </a:pPr>
            <a:r>
              <a:t>THE SOLUTION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1. Load luxury-theme.css AFTER Bootstrap CSS (critical load order)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2. Override Bootstrap CSS variables (--bs-* variables)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3. Use !important where Bootstrap specificity is high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4. Neutralize default Bootstrap components (.btn, .card, .navbar)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5. Keep Bootstrap grid system and JavaScript intact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CFD2D6"/>
                </a:solidFill>
                <a:latin typeface="Inter"/>
              </a:defRPr>
            </a:pPr>
            <a:r>
              <a:t>6. Apply luxury colors, typography, and spacing throughout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layfair Display"/>
              </a:defRPr>
            </a:pPr>
            <a:r>
              <a:t>FINAL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554480"/>
            <a:ext cx="1828800" cy="18288"/>
          </a:xfrm>
          <a:prstGeom prst="rect">
            <a:avLst/>
          </a:prstGeom>
          <a:solidFill>
            <a:srgbClr val="D4AF3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Visual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3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Generic Bootstrap → Ultra-premium luxury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036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Design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7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Black, gold, silver theme applied throughout entire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Functionality Preserved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100% working features - no broken JavaScript, PHP, or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5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Cinematic hero, elegant animations, premium feel on all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7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1207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8639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Complete User Guide and Developer Guide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8931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8931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D2D6"/>
                </a:solidFill>
                <a:latin typeface="Inter"/>
              </a:defRPr>
            </a:pPr>
            <a:r>
              <a:t>Production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26363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Fully functional, tested, and ready for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CFD2D6"/>
                </a:solidFill>
                <a:latin typeface="Playfair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4AF37"/>
                </a:solidFill>
                <a:latin typeface="Inter"/>
              </a:defRPr>
            </a:pPr>
            <a:r>
              <a:t>ELITE SALON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r>
              <a:t>Ultra-Premium Salon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